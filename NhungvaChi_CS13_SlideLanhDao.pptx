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SỔSẠCH — LỘ TRÌNH 12 THÁNG SẢN PHẨM AI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Báo cáo Ban Lãnh Đạo · Nhóm NhungvaChi (Nguyễn Thị Hồng Nhung - Thân Thị Kim Chi) · CS13 Đề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65760"/>
            <a:ext cx="2773375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4338CA"/>
                </a:solidFill>
              </a:defRPr>
            </a:pPr>
            <a:r>
              <a:t>TỰ KIỂM TRA: 8/8 ĐẠT</a:t>
            </a:r>
          </a:p>
          <a:p>
            <a:pPr algn="ctr">
              <a:defRPr sz="900">
                <a:solidFill>
                  <a:srgbClr val="4F46E5"/>
                </a:solidFill>
              </a:defRPr>
            </a:pPr>
            <a:r>
              <a:t>Biên gộp Mức 1: 68,8% (Ngưỡng ≥ 60%)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9728" cy="10515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44168"/>
            <a:ext cx="10317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284C7"/>
                </a:solidFill>
              </a:defRPr>
            </a:pPr>
            <a:r>
              <a:t>1. KẾT LUẬN CHIẾN LƯỢC (BOTTOM LINE)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Tập trung 3 tháng đầu vào bản 2 đọc hóa đơn và đối chiếu mã số thuế để giảm 50% thời gian nhập liệu, đưa biên gộp lên 68,8% và quyết định mở rộng ở ngày 90.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52120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109728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32888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7C3AED"/>
                </a:solidFill>
              </a:defRPr>
            </a:pPr>
            <a:r>
              <a:t>2. BA VIỆC CHÍNH &amp; LỘ TRÌNH 3 TẦNG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Bây giờ (0–3 thg): Đọc ảnh hoá đơn Bản 2, nhập tự động tệp gốc và đối chiếu mã số thuế qua API Tổng cục Thuế.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Tiếp theo (3–6 thg): Tự động hoá 90% hoá đơn thường (Mức 2) khi tỷ lệ cờ thừa ≤ 10%.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Sau này (6–12 thg): Gợi ý tài khoản hạch toán. Không làm chatbot tư vấn thuế (rủi ro nuốt 0,9).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2423160"/>
            <a:ext cx="52120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8095" y="2423160"/>
            <a:ext cx="109728" cy="1920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2415" y="2532888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t>3. NGUỒN LỰC CẦN THIẾT (PEOPLE &amp; BUDGET)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Chuyên gia: Chị Hạnh 3 giờ sáng thứ Bảy, anh Tùng chấm bộ đề kiểm thử.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Dữ liệu &amp; Kỹ thuật: Kết nối API tra cứu mã số thuế; tích hợp phần mềm kế toán; bộ đề chuẩn 200 ca.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Ngân sách: 450 triệu đồng vận hành 6 tháng đầu; rút ngắn Mức 0 để đạt biên gộp an toàn 68,8%.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52120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109728" cy="1874519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90288"/>
            <a:ext cx="480060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E11D48"/>
                </a:solidFill>
              </a:defRPr>
            </a:pPr>
            <a:r>
              <a:t>4. RỦI RO LỚN NHẤT &amp; CÁCH XỬ LÝ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Rủi ro lớn nhất: 65% doanh thu phụ thuộc 30% văn phòng dùng nhiều và nguy cơ hết tiền ở tháng 7.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Cách xử lý: Rút ngắn Mức 0, kiểm soát chi phí người duyệt (704đ/việc); kích hoạt điều kiện dừng ngay nếu doanh thu bình quân dưới 3,71 triệu/văn phòng trong 2 tháng liên tiếp.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4480560"/>
            <a:ext cx="52120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8095" y="4480560"/>
            <a:ext cx="109728" cy="1874519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2415" y="4590288"/>
            <a:ext cx="480060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D97706"/>
                </a:solidFill>
              </a:defRPr>
            </a:pPr>
            <a:r>
              <a:t>5. MỐC XEM XÉT &amp; SỰ KIỆN KÍCH HOẠT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Định kỳ: Ngày 30 (chị Hạnh kiểm 1% hóa đơn, soát cờ thừa), Ngày 60 (xét cổng lên Mức 1), Ngày 90 (Ban lãnh đạo quyết định mở rộng hay dừng).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Bất thường: Rà soát ngay khi mô hình mới giảm giá sâu hoặc phần mềm kế toán đối thủ tích hợp tính năng đọc hóa đơn miễn phí.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Sản phẩm CS13 — AI in Action Track 1 Khóa 4 · File số liệu gốc: NhungvaChi_CS13.xlsx · Tuân thủ Luật AI số 134/2025/QH15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